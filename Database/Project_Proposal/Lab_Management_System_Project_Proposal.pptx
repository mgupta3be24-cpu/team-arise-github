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Management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backend for teachers to manage groups, teams, students,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continuous evaluation — built with Flutter and Firebase.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lab_deck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45377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89888" y="4681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app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4434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lab_deck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710" y="45377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58768" y="4681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60720" y="4434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lab_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590" y="45377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7648" y="4681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store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·  entity relationships  ·  teacher dashboard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&amp;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443484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lab_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09068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challenge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84378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records are scattered across student lists, groups, attendance sheets, evaluation notes and comments. Manual linking makes it hard to see a student's complete lab history.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2544" y="1600200"/>
            <a:ext cx="3483864" cy="443484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lab_deck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308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743200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objective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72584" y="3200400"/>
            <a:ext cx="284378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connected backend where Teacher → Group → Team → Student → Lab Activity relationships are maintained and presented through a single Flutter application.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6448" y="1600200"/>
            <a:ext cx="3483864" cy="443484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6488" y="19659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lab_deck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212" y="209068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6488" y="2743200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76488" y="3200400"/>
            <a:ext cx="284378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searching, centralized records, student-level attendance and evaluation, team-level comments, and a structure that scales to real class data.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PROPOSED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entity hierarchy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traces back to the teacher through a single, predictable chain.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C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9868" y="20756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lab_deck/icon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522" y="2188342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30449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423160" y="2377440"/>
            <a:ext cx="429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52928" y="187452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C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34156" y="20756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lab_deck/icons/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810" y="2188342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898648" y="30449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teams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27448" y="2377440"/>
            <a:ext cx="429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57216" y="187452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C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38444" y="20756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/home/claude/lab_deck/icons/t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98" y="2188342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02936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Sub-group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02936" y="30449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students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031736" y="2377440"/>
            <a:ext cx="429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461504" y="187452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C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42732" y="20756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/home/claude/lab_deck/icons/stud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386" y="2188342"/>
            <a:ext cx="286756" cy="2867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07224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507224" y="30449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336024" y="2377440"/>
            <a:ext cx="429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765792" y="187452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C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447020" y="20756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4" descr="/home/claude/lab_deck/icons/la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9674" y="2188342"/>
            <a:ext cx="286756" cy="2867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11512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811512" y="30449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 Activity branches into three team-level functions: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548640" y="43434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36" name="Shape 29"/>
          <p:cNvSpPr/>
          <p:nvPr/>
        </p:nvSpPr>
        <p:spPr>
          <a:xfrm>
            <a:off x="749808" y="45902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5" descr="/home/claude/lab_deck/icons_dark/attend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" y="4713732"/>
            <a:ext cx="301752" cy="3017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463040" y="4507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463040" y="48737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Lab → status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471416" y="43434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41" name="Shape 33"/>
          <p:cNvSpPr/>
          <p:nvPr/>
        </p:nvSpPr>
        <p:spPr>
          <a:xfrm>
            <a:off x="4672584" y="45902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6" descr="/home/claude/lab_deck/icons_dark/evalu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028" y="4713732"/>
            <a:ext cx="301752" cy="30175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385816" y="4507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5385816" y="48737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+ feedback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8394192" y="43434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46" name="Shape 37"/>
          <p:cNvSpPr/>
          <p:nvPr/>
        </p:nvSpPr>
        <p:spPr>
          <a:xfrm>
            <a:off x="8595360" y="45902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7" descr="/home/claude/lab_deck/icons_dark/comm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8804" y="4713732"/>
            <a:ext cx="301752" cy="30175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308592" y="4507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Comment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9308592" y="48737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note</a:t>
            </a:r>
            <a:endParaRPr lang="en-US" sz="1050" dirty="0"/>
          </a:p>
        </p:txBody>
      </p:sp>
      <p:sp>
        <p:nvSpPr>
          <p:cNvPr id="50" name="Text 4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backend — proposed collections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lab_deck/icon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9316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2316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74320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identity / management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160020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lab_deck/icons/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38" y="19316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242316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02736" y="274320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records linked to teacher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60020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83096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lab_deck/icons/t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966" y="19316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42316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55664" y="274320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Sub-groups linked to groups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07424" y="160020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6024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lab_deck/icons/stud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894" y="19316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8592" y="242316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08592" y="274320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number, name, groupId, teamId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lab_deck/icons/la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1262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61772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labActivities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49808" y="493776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lab records for teams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01568" y="379476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30168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lab_deck/icons/attend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038" y="41262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02736" y="461772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02736" y="493776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Lab attendance status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54496" y="379476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83096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/home/claude/lab_deck/icons/evalu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5966" y="4126230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55664" y="461772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455664" y="493776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Lab marks and feedback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107424" y="379476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336024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7" descr="/home/claude/lab_deck/icons/comm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8894" y="4126230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08592" y="461772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teamComments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308592" y="493776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activity comment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records link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lab_deck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87909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19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0" y="171907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606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lab_deck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27203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00400" y="25603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74136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4472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lab_deck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5615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01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200400" y="340156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teamId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215384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288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lab_deck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40283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2428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200400" y="424281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activityId + studentId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056632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51297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lab_deck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524408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084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200400" y="50840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activityId + studentId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446520" y="1691640"/>
            <a:ext cx="5193792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30" name="Shape 23"/>
          <p:cNvSpPr/>
          <p:nvPr/>
        </p:nvSpPr>
        <p:spPr>
          <a:xfrm>
            <a:off x="681228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lab_deck/icons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1" y="213238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2697480"/>
            <a:ext cx="4462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student, three views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812280" y="3200400"/>
            <a:ext cx="4462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student attendance or evaluation record can be reached through the group view, the team view, or the individual student view — the data is stored once and read many ways.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812280" y="4846320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Group view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812280" y="5175504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 view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6812280" y="5504688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Student view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master list — roll-number-wise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sortable source of truth. Group and team links make navigation possible from higher levels, and this list becomes the input for real-data import.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94944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920240"/>
            <a:ext cx="3822192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21945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lab_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5094" y="2307214"/>
            <a:ext cx="286756" cy="286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0" y="283464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search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92440" y="3246120"/>
            <a:ext cx="3273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student instantly by roll number and jump straight to their group, team, attendance and evaluation history.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activity model — daily record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 activity is its own record, connected to the teams and students taking part, with attendance, evaluation and comments captured at the team level.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286000" cy="123444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494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lab_deck/icons_dark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399" y="2376983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24871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task · date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0896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657600" y="1920240"/>
            <a:ext cx="2286000" cy="123444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0" y="22494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lab_deck/icons_dark/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039" y="2376983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26280" y="24871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4360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492240" y="1920240"/>
            <a:ext cx="2286000" cy="123444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8" name="Shape 14"/>
          <p:cNvSpPr/>
          <p:nvPr/>
        </p:nvSpPr>
        <p:spPr>
          <a:xfrm>
            <a:off x="6675120" y="22494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lab_deck/icons_dark/stud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679" y="2376983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6092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60920" y="24871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Priya ...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three team-level functions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2960" y="379476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78992" y="4050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/home/claude/lab_deck/icons/attend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646" y="4163446"/>
            <a:ext cx="286756" cy="2867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8992" y="4690872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78992" y="4965192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/ Absent / Late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471416" y="379476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27448" y="4050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/home/claude/lab_deck/icons/evalu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102" y="4163446"/>
            <a:ext cx="286756" cy="2867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727448" y="4690872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727448" y="4965192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+ Feedback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19872" y="379476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75904" y="4050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/home/claude/lab_deck/icons/comm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558" y="4163446"/>
            <a:ext cx="286756" cy="2867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375904" y="4690872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Comment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8375904" y="4965192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observation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APPLICATION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application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53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lab_deck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150120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3794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Teacher-facing dashboard showing the hierarchy, lab activity, attendance, evaluation and the relationship model at a glance.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7040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46100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lab_deck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84" y="3585728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735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3602736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→ Teams → Students → Lab Activities → Attendance / Evaluation. Screens are separated into reusable Dart files.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562856"/>
            <a:ext cx="7040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8966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lab_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502133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709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service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5038344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FirestoreService keeps database queries in one place and lets screens consume live Firestore streams.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909560" y="1691640"/>
            <a:ext cx="3730752" cy="4160520"/>
          </a:xfrm>
          <a:prstGeom prst="roundRect">
            <a:avLst>
              <a:gd name="adj" fmla="val 2451"/>
            </a:avLst>
          </a:prstGeom>
          <a:solidFill>
            <a:srgbClr val="21295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lab_deck/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301" y="21323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0" y="269748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status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0" y="324612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Flutter Web — used for demonstration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229600" y="374904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Android — Firebase configuration complete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229600" y="425196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— Firebase configuration complete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CURRENT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integration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implemented so far, ahead of the phases that follow.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lab_dec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202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51460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software-9c1b8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52544" y="173736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lab_deck/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19202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FlutterFire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81144" y="251460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firebase_options.dart generated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56448" y="173736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85048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lab_deck/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918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19202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85048" y="251460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Web configured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48640" y="365760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lab_dec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398907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84048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" y="44348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and reading data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352544" y="365760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81144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lab_dec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014" y="398907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384048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81144" y="44348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read access; writes blocked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56448" y="365760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85048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/home/claude/lab_deck/icons/rou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918" y="398907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79408" y="384048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85048" y="44348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Groups → Teams → Students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NEXT PHASE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from demo data to real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remove hard-coded demo records and make the application fully driven by the teacher's real master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3C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4732" y="1947672"/>
            <a:ext cx="402336" cy="402336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5F9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4732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29868" y="24688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/home/claude/lab_deck/icons/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522" y="2581534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31546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master import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374904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23160" y="2971800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52928" y="21488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3C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89020" y="1947672"/>
            <a:ext cx="402336" cy="402336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5F9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89020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534156" y="24688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1" descr="/home/claude/lab_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810" y="2581534"/>
            <a:ext cx="286756" cy="2867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31546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26080" y="374904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duplicates, missing values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27448" y="2971800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157216" y="21488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3C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893308" y="1947672"/>
            <a:ext cx="402336" cy="402336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5F9F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93308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838444" y="24688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2" descr="/home/claude/lab_deck/icons/list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98" y="2581534"/>
            <a:ext cx="286756" cy="2867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30368" y="31546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230368" y="374904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reviews rows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031736" y="2971800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7461504" y="21488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3C">
                <a:alpha val="9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197596" y="1947672"/>
            <a:ext cx="402336" cy="402336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5F9F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197596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8142732" y="24688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3" name="Image 3" descr="/home/claude/lab_deck/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386" y="2581534"/>
            <a:ext cx="286756" cy="2867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534656" y="31546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534656" y="374904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import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9336024" y="2971800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9765792" y="21488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3C">
                <a:alpha val="9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10501884" y="1947672"/>
            <a:ext cx="402336" cy="402336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5F9F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501884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10447020" y="24688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4" descr="/home/claude/lab_dec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9674" y="2581534"/>
            <a:ext cx="286756" cy="28675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838944" y="31546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9838944" y="374904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update groups, teams, students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planned workflow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065A82"/>
          </a:solidFill>
          <a:ln w="12700"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lab_deck/icons_dark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199567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Teacher login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90138" y="169164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065A82"/>
          </a:solidFill>
          <a:ln w="12700"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1306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lab_deck/icons_dark/exc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99567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3018" y="246888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Import master list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573018" y="27889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169164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065A82"/>
          </a:solidFill>
          <a:ln w="12700"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2804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lab_deck/icons_dark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74" y="199567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4516" y="246888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14516" y="27889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/ missing data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73134" y="169164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065A82"/>
          </a:solidFill>
          <a:ln w="12700"/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74302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lab_deck/icons_dark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172" y="199567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6014" y="246888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structure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256014" y="27889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→ Teams → Students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61188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13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lab_deck/icons/la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" y="391591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3891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Daily lab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31520" y="470916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lab activity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90138" y="361188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91306" y="3813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lab_deck/icons/attend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391591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73018" y="43891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Attendance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573018" y="470916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Student-level status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31636" y="361188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32804" y="3813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lab_deck/icons/evalu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5674" y="3915918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14516" y="43891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Evaluation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414516" y="470916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+ feedback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73134" y="361188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C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74302" y="3813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lab_deck/icons/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7172" y="3915918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56014" y="43891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Reports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9256014" y="470916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+ Team + Student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PROJECT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and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83864" cy="448056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3483864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483864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77393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lab_deck/icons_dark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019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45920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1248" y="275234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2624328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Firestore backend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337413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246120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FlutterFire configuration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399592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3867912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41248" y="461772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4489704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model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41248" y="52395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1078992" y="5111496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navigation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52544" y="1645920"/>
            <a:ext cx="3483864" cy="448056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2544" y="1645920"/>
            <a:ext cx="3483864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2" name="Shape 19"/>
          <p:cNvSpPr/>
          <p:nvPr/>
        </p:nvSpPr>
        <p:spPr>
          <a:xfrm>
            <a:off x="4352544" y="2057400"/>
            <a:ext cx="3483864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0"/>
          <p:cNvSpPr/>
          <p:nvPr/>
        </p:nvSpPr>
        <p:spPr>
          <a:xfrm>
            <a:off x="4626864" y="177393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1" descr="/home/claude/lab_deck/icons_dark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01952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66944" y="1645920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focus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645152" y="27523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2624328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demo records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645152" y="33741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4882896" y="3246120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student master data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645152" y="399592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7"/>
          <p:cNvSpPr/>
          <p:nvPr/>
        </p:nvSpPr>
        <p:spPr>
          <a:xfrm>
            <a:off x="4882896" y="3867912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group / team / student flow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645152" y="46177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29"/>
          <p:cNvSpPr/>
          <p:nvPr/>
        </p:nvSpPr>
        <p:spPr>
          <a:xfrm>
            <a:off x="4882896" y="4489704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daily lab operations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8156448" y="1645920"/>
            <a:ext cx="3483864" cy="448056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C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8156448" y="1645920"/>
            <a:ext cx="3483864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36" name="Shape 32"/>
          <p:cNvSpPr/>
          <p:nvPr/>
        </p:nvSpPr>
        <p:spPr>
          <a:xfrm>
            <a:off x="8156448" y="2057400"/>
            <a:ext cx="3483864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7" name="Shape 33"/>
          <p:cNvSpPr/>
          <p:nvPr/>
        </p:nvSpPr>
        <p:spPr>
          <a:xfrm>
            <a:off x="8430768" y="177393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2" descr="/home/claude/lab_deck/icons_dark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901952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070848" y="1645920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8449056" y="2752344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1" name="Text 36"/>
          <p:cNvSpPr/>
          <p:nvPr/>
        </p:nvSpPr>
        <p:spPr>
          <a:xfrm>
            <a:off x="8686800" y="2624328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import + analysis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449056" y="3374136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3" name="Text 38"/>
          <p:cNvSpPr/>
          <p:nvPr/>
        </p:nvSpPr>
        <p:spPr>
          <a:xfrm>
            <a:off x="8686800" y="3246120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authentication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8449056" y="3995928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5" name="Text 40"/>
          <p:cNvSpPr/>
          <p:nvPr/>
        </p:nvSpPr>
        <p:spPr>
          <a:xfrm>
            <a:off x="8686800" y="3867912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8449056" y="4617720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7" name="Text 42"/>
          <p:cNvSpPr/>
          <p:nvPr/>
        </p:nvSpPr>
        <p:spPr>
          <a:xfrm>
            <a:off x="8686800" y="4489704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/ lab history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8449056" y="5239512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9" name="Text 44"/>
          <p:cNvSpPr/>
          <p:nvPr/>
        </p:nvSpPr>
        <p:spPr>
          <a:xfrm>
            <a:off x="8686800" y="5111496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150" dirty="0"/>
          </a:p>
        </p:txBody>
      </p:sp>
      <p:sp>
        <p:nvSpPr>
          <p:cNvPr id="50" name="Text 4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ab_deck/icon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19568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 Welcome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System  ·  Flutter + Firebase / Firestore  ·  Project Proposal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2026-08-18T03:26:33Z</dcterms:created>
  <dcterms:modified xsi:type="dcterms:W3CDTF">2026-08-18T03:26:33Z</dcterms:modified>
</cp:coreProperties>
</file>